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7" r:id="rId5"/>
    <p:sldId id="279" r:id="rId6"/>
    <p:sldId id="278" r:id="rId7"/>
    <p:sldId id="281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42A21B-9BE1-49EA-BA32-005609281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8989F22-778F-4D73-BAFA-6585BBCE9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88C98A6-79B9-417F-B155-10843E1E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36CC57-88D6-4903-A0AA-24AB991F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296F89-088F-471E-9CDE-08B4A9AE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863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0325A3-4AE0-4B08-A713-E7782CC9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949697-FB74-4C1E-9B4A-F41E237C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44EAB-F023-42DB-8387-25EDB64E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78065C-A1E8-4A8F-9D5A-DA036ABD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B391BC-7660-465C-8C9D-AB8008BA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22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D4C47D-2BF2-4C10-BC42-BFFE9FEB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D54240F-9DD5-4016-B209-8C84B6764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A88427-5482-4386-ACBC-92D17FA7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B636D7-F077-4032-A204-1238C612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46A9D3E-6065-45C9-B9B4-36C89BFA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83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B9142B-C5AE-4588-81B8-780387B53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F2A802-0B98-4551-905E-32AE3D8DA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F61546A-1A22-4038-80AE-8EB15D498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5A2D7C2-7D01-4259-9743-1A0AD434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439B691-B99E-4414-8FAC-859717170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030C6EF-AFF1-49D2-961B-AC651AA8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18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E40705-3056-470B-BAD0-235AB33E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E88A3EA-E18A-4335-B4CF-92E97DCD8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21284FE-C6E3-43A5-B384-DD6AF0701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9EA8269-119D-45E1-8BA0-63FCD1BA5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5848F56-648C-4AB4-A7A1-37BD6856A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0E066F2-008D-4C79-AB3E-EC4C15BC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718268F-5928-4B47-B10F-6B2ACE3B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40067A3-5843-427B-8CC4-0CE3EAA5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068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79A63E-AB99-41C6-A383-A7744748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6F09B38-543F-4EE0-B8F0-9FFEBC60E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C309EE6-C25F-4184-880C-93300E01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7D687A-9B59-40DC-A845-6A284656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20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274B33-386B-47A2-81D7-4D1F4AE9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1ED7043-1B90-43F4-8D3A-2B0FBA5E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D4B86F-7CFD-441C-B203-62043B69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64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978074-8FEC-40E1-9498-EAC7BB14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8A3CED-4AD6-4DAC-B4E9-58421DDAC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96D4F6A-BC6A-427B-9E52-41FE2512F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3E85919-80D0-4DB3-B957-12558EFD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34C8665-5508-4A21-916C-BDB3DD1E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5D5E404-1409-4765-A9A4-319DBD9C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41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D16793-E247-46EB-83E9-F40209A1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CD8DC73-323F-4C1E-B3AB-0657DED05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613E626-F59A-41AF-9AC1-4B052C7FC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6AEE982-4420-496C-AD1D-579C2922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502EB25-8D34-47FE-8E16-62582383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96DAA90-437D-4DFC-9666-3F67508E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8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B73025-77C6-4066-8D7B-00C882FF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DEA27D5-1F4F-4F6A-8C86-0BD49E34A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97942C-EA23-4729-BE34-78C78E12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09853C9-2EE0-4A83-B782-DD382645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3FAE02-4D1D-47BD-8B70-22A17749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618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04C8C9A-6138-4AC9-925B-44F7DA835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01F61A5-B5F5-44C3-BE4F-4BF5E0B98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38053D-FF12-40FE-B0FE-C43DD166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0F7583A-01F4-4A93-98B1-33B0577E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96A1C6-7E91-40B5-AB67-92F04002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87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8BF18B2-B7F3-474A-ACF0-A9A9BB220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7603A08-3F14-41A8-BD11-9F3647401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D7F292A-5875-4E78-A8BF-0CAA617CF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009BD-9AB8-4CBF-917B-4BB6A75D3F8C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3901C79-E429-4D10-BEE9-B90B126A1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859A9C-6292-43FB-AA5F-AE35AF2FE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E777B-70C0-4496-B058-6495145DF3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48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BE1531-B19F-4052-B9E6-7DF604D7A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1377" y="758591"/>
            <a:ext cx="9144000" cy="1655763"/>
          </a:xfrm>
        </p:spPr>
        <p:txBody>
          <a:bodyPr>
            <a:noAutofit/>
          </a:bodyPr>
          <a:lstStyle/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(ANNs)</a:t>
            </a:r>
            <a:endParaRPr lang="en-IN" sz="35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B3647DA-677D-45F0-9BFA-4DB770D88EBC}"/>
              </a:ext>
            </a:extLst>
          </p:cNvPr>
          <p:cNvSpPr txBox="1"/>
          <p:nvPr/>
        </p:nvSpPr>
        <p:spPr>
          <a:xfrm>
            <a:off x="741218" y="4175920"/>
            <a:ext cx="4274535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861D07B-7C4D-4CCA-831D-7A0F3F380592}"/>
              </a:ext>
            </a:extLst>
          </p:cNvPr>
          <p:cNvSpPr txBox="1"/>
          <p:nvPr/>
        </p:nvSpPr>
        <p:spPr>
          <a:xfrm>
            <a:off x="9491896" y="4283642"/>
            <a:ext cx="2044614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 Karan M</a:t>
            </a:r>
          </a:p>
          <a:p>
            <a:pPr>
              <a:lnSpc>
                <a:spcPct val="150000"/>
              </a:lnSpc>
            </a:pP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no: 192412062</a:t>
            </a:r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xmlns="" id="{591A30CE-81C2-5C19-869A-4349CDF329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xmlns="" id="{BA9CC1D4-C377-D3F8-6386-FEC7D19D4D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6AA1B08E-2FD4-332E-9477-F812AB683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485343"/>
              </p:ext>
            </p:extLst>
          </p:nvPr>
        </p:nvGraphicFramePr>
        <p:xfrm>
          <a:off x="1321377" y="2780391"/>
          <a:ext cx="10039350" cy="518160"/>
        </p:xfrm>
        <a:graphic>
          <a:graphicData uri="http://schemas.openxmlformats.org/drawingml/2006/table">
            <a:tbl>
              <a:tblPr/>
              <a:tblGrid>
                <a:gridCol w="10039350">
                  <a:extLst>
                    <a:ext uri="{9D8B030D-6E8A-4147-A177-3AD203B41FA5}">
                      <a16:colId xmlns:a16="http://schemas.microsoft.com/office/drawing/2014/main" xmlns="" val="23641173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2400" b="1" dirty="0">
                          <a:effectLst/>
                          <a:latin typeface=" times of roman"/>
                          <a:cs typeface="Times" panose="02020603050405020304" pitchFamily="18" charset="0"/>
                        </a:rPr>
                        <a:t>ITA0603– MACHINE LEARNING</a:t>
                      </a: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3F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40063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13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60931" y="2556769"/>
            <a:ext cx="9853916" cy="2201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indent="0">
              <a:lnSpc>
                <a:spcPct val="200000"/>
              </a:lnSpc>
              <a:buNone/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ANN is inspired by the human brain.</a:t>
            </a:r>
          </a:p>
          <a:p>
            <a:pPr marL="0" indent="0">
              <a:lnSpc>
                <a:spcPct val="200000"/>
              </a:lnSpc>
              <a:buNone/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Learns patterns from data.</a:t>
            </a:r>
          </a:p>
          <a:p>
            <a:pPr marL="0" indent="0">
              <a:lnSpc>
                <a:spcPct val="200000"/>
              </a:lnSpc>
              <a:buNone/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for classification, prediction and recognition.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Structure of ANN</a:t>
            </a:r>
            <a:endParaRPr lang="en-IN" sz="35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60931" y="2362534"/>
            <a:ext cx="7877303" cy="23337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 → Hidden Layer(s) → Output Layer</a:t>
            </a:r>
          </a:p>
          <a:p>
            <a:pPr>
              <a:defRPr sz="2400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receives data</a:t>
            </a:r>
          </a:p>
          <a:p>
            <a:pPr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Hidden: learns features</a:t>
            </a:r>
          </a:p>
          <a:p>
            <a:pPr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gives prediction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Implementation and Output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60931" y="1814835"/>
            <a:ext cx="6871107" cy="45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30241" y="949765"/>
            <a:ext cx="2302233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3500" dirty="0"/>
          </a:p>
        </p:txBody>
      </p:sp>
      <p:sp>
        <p:nvSpPr>
          <p:cNvPr id="7" name="Rectangle 6"/>
          <p:cNvSpPr/>
          <p:nvPr/>
        </p:nvSpPr>
        <p:spPr>
          <a:xfrm>
            <a:off x="1460931" y="2100814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accuracy</a:t>
            </a:r>
          </a:p>
          <a:p>
            <a:pPr>
              <a:lnSpc>
                <a:spcPct val="200000"/>
              </a:lnSpc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feature extraction</a:t>
            </a:r>
          </a:p>
          <a:p>
            <a:pPr>
              <a:lnSpc>
                <a:spcPct val="200000"/>
              </a:lnSpc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Handles complex data</a:t>
            </a:r>
          </a:p>
          <a:p>
            <a:pPr>
              <a:lnSpc>
                <a:spcPct val="200000"/>
              </a:lnSpc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36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35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60931" y="2072427"/>
            <a:ext cx="5619566" cy="460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0" indent="0">
              <a:lnSpc>
                <a:spcPct val="150000"/>
              </a:lnSpc>
              <a:buNone/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Face Recognition</a:t>
            </a:r>
          </a:p>
          <a:p>
            <a:pPr marL="0" indent="0">
              <a:lnSpc>
                <a:spcPct val="150000"/>
              </a:lnSpc>
              <a:buNone/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Medical Diagnosis</a:t>
            </a:r>
          </a:p>
          <a:p>
            <a:pPr marL="0" indent="0">
              <a:lnSpc>
                <a:spcPct val="150000"/>
              </a:lnSpc>
              <a:buNone/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Self-driving Cars</a:t>
            </a:r>
          </a:p>
          <a:p>
            <a:pPr marL="0" indent="0">
              <a:lnSpc>
                <a:spcPct val="150000"/>
              </a:lnSpc>
              <a:buNone/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Fraud Detection</a:t>
            </a:r>
          </a:p>
          <a:p>
            <a:pPr marR="0" lvl="0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1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5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60931" y="2170082"/>
            <a:ext cx="7377346" cy="3547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lnSpc>
                <a:spcPct val="200000"/>
              </a:lnSpc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ANNs mimic the brain.</a:t>
            </a:r>
          </a:p>
          <a:p>
            <a:pPr>
              <a:lnSpc>
                <a:spcPct val="200000"/>
              </a:lnSpc>
              <a:defRPr sz="2400"/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Gradient Descent train the model.</a:t>
            </a:r>
          </a:p>
          <a:p>
            <a:pPr>
              <a:lnSpc>
                <a:spcPct val="200000"/>
              </a:lnSpc>
              <a:defRPr sz="24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solves complex real-world problems.</a:t>
            </a:r>
          </a:p>
          <a:p>
            <a:pPr marR="0" lvl="0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32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58585" y="2578456"/>
            <a:ext cx="7377346" cy="11235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R="0" lvl="0" algn="r" defTabSz="914400" rtl="0" eaLnBrk="0" fontAlgn="base" latinLnBrk="0" hangingPunct="0">
              <a:lnSpc>
                <a:spcPct val="130000"/>
              </a:lnSpc>
              <a:spcBef>
                <a:spcPct val="10000"/>
              </a:spcBef>
              <a:spcAft>
                <a:spcPct val="10000"/>
              </a:spcAft>
              <a:buNone/>
              <a:tabLst/>
            </a:pPr>
            <a:r>
              <a:rPr kumimoji="0" lang="en-US" altLang="en-US" sz="7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THANK</a:t>
            </a:r>
            <a:r>
              <a:rPr kumimoji="0" lang="en-US" altLang="en-US" sz="7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 YOU</a:t>
            </a:r>
            <a:endParaRPr kumimoji="0" lang="en-US" altLang="en-US" sz="7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55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125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 times of roman</vt:lpstr>
      <vt:lpstr>Arial</vt:lpstr>
      <vt:lpstr>Calibri</vt:lpstr>
      <vt:lpstr>Calibri Light</vt:lpstr>
      <vt:lpstr>Times</vt:lpstr>
      <vt:lpstr>Times New Roman</vt:lpstr>
      <vt:lpstr>Office Theme</vt:lpstr>
      <vt:lpstr>Artificial Neural Networks (ANNs)</vt:lpstr>
      <vt:lpstr>Introduction</vt:lpstr>
      <vt:lpstr>Basic Structure of ANN</vt:lpstr>
      <vt:lpstr>Python Implementation and Output</vt:lpstr>
      <vt:lpstr>PowerPoint Presentation</vt:lpstr>
      <vt:lpstr>Applications</vt:lpstr>
      <vt:lpstr>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POGALA CHANDU</dc:creator>
  <cp:lastModifiedBy>Admin</cp:lastModifiedBy>
  <cp:revision>39</cp:revision>
  <dcterms:created xsi:type="dcterms:W3CDTF">2026-01-20T02:41:58Z</dcterms:created>
  <dcterms:modified xsi:type="dcterms:W3CDTF">2026-07-25T15:35:14Z</dcterms:modified>
</cp:coreProperties>
</file>